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413E2-7E3B-404A-A81D-1729DB44627E}" v="1" dt="2026-02-19T07:57:53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6"/>
  </p:normalViewPr>
  <p:slideViewPr>
    <p:cSldViewPr snapToGrid="0">
      <p:cViewPr varScale="1">
        <p:scale>
          <a:sx n="128" d="100"/>
          <a:sy n="128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469D9-A84F-FC41-82CA-CFD009DAC5C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7F844-9F2C-714F-A169-A64D2A21B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7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7F844-9F2C-714F-A169-A64D2A21B1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0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7F844-9F2C-714F-A169-A64D2A21B1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9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10EE-A6CA-1BD1-978E-E9B191D7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A8A05-3588-84DC-8FCA-8F0CDE3E9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C0324-0300-2582-C2CF-E0FED738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C0BF0-6B37-1EE5-C73F-85CF1169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0CDAD-FAF5-0400-3A3D-91305F45D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87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0D32-39E3-C9F4-63A0-436DED92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62FEF-A9BD-3AF0-2D23-39637024B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E832-377D-D366-FFEB-23D144D1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05F05-AE0D-36DD-DC0E-9A3635F28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3D799-158E-B2E9-B568-99D3988C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9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42F5-2503-A7E2-4E1C-41C22B7E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CAE0-0550-7090-8CF4-3D10BFF3A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BCA9-683F-4762-CBBD-50FAFD72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B578-7FB8-887D-A76B-81A02EC8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F6973-567B-354C-C3B5-B5BFC146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22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1F90-BB37-D6C4-B54E-709CA7A7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FFFAE-3477-3697-3E52-C693879D7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3D00F-57E6-421F-53B2-0F94D0119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11F34-006B-3E62-BC7F-0B60E426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1E698-55E8-007A-0FD0-9CBF5A5F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D2F34-0854-BCB0-51FC-32CFA0B9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0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F7F4-57B1-2733-667B-ACA348F2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157A7-C314-D345-8127-E55AE6D19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0CBBF-9FAD-9398-CD4C-252FB038D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FF785-B5EE-EB6A-5E02-B1D7CFD17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7E9974-7BAC-E9BD-EC03-8B89AE2B4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B0674-C4A8-EC50-AB91-5BB074C0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ECF956-46BD-4257-490A-57108CF9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2CFEC-20C8-9CFA-C54F-7E4CA449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8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10DA-F0FC-2CE8-3BC2-5B9C5D43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145F7-7E45-5675-F08B-6D369AAC6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AE2A5-C408-F10B-5662-850F9C870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A4F5F-0AFC-8E16-E4FF-1769487C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7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90CAC-64B0-C103-1A0C-0E243647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3D178-D3D7-5C6C-1874-9DFC1260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FE98C-262F-0376-0B33-51D3817C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7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58E7-202F-CEEB-5F56-DBD5245A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C34D2-AAC6-30FD-571E-4DE92BF8F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32EE8-A135-625A-0762-6E8DA92A1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00494-0CAF-DD55-A6F8-8E12E849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5480E-5661-B954-D63B-CE77B95D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6B7C9-FAF4-632D-C8F2-83FCE6CD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5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EF44-7428-474D-034E-822B6C92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07251-245C-DE6D-F954-9DE40C3AC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87EAD-6FE6-6763-12A0-126B65AB1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97AFC-C72C-12D0-B12F-E0EEBA5D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D0ED6-749D-92A3-B4C1-C8C83689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67271-D211-F615-229B-6B7D68CD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5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60C1-D182-6C3C-27F2-F5B694FD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28D46-9448-F677-2427-EF31D93AD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67533-2EA8-661F-F506-877AADF81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DF7DC-1CCB-FCDF-691E-C0313CE4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69082-EA48-1180-FD73-D650EB9C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5C8A4-2125-33BA-8B29-4873E27F6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B21C4-F4DB-54A6-884A-B3FCA7D93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5A049-6FE0-EE98-C7C1-A44AAA99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1A4D0-7190-B142-313E-F6787BBDD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493F-183B-E3A4-CF0E-364B61F1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4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051CFB-CD88-E1F7-56F8-A7D619EF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AFBD1-9A35-5041-057E-D66CC110D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7E013-FA25-FA76-84A3-0E4C591E7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39784-A5BE-B34B-B39F-B8849DB9D0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E882C-D275-6B50-1053-92272A9B0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0F6BC-D32F-156F-C24F-606DBF979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7F0A82-B3AF-714C-8CFD-14D86B1B7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ater Consumption Background Stock Photos, Images and Backgrounds for Free  Download">
            <a:extLst>
              <a:ext uri="{FF2B5EF4-FFF2-40B4-BE49-F238E27FC236}">
                <a16:creationId xmlns:a16="http://schemas.microsoft.com/office/drawing/2014/main" id="{245B8FCE-3341-8C06-6DE2-7FF6A3E2F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1"/>
          <a:stretch>
            <a:fillRect/>
          </a:stretch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D486F-21DE-37C9-12A3-5211F20CF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Water Consumption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1EF24-FBF5-7444-3780-53A0CC00F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2320030331 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Hansi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Challagulla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2320030184  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Nallaparaju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Nikhil Varma</a:t>
            </a:r>
          </a:p>
          <a:p>
            <a:pPr algn="l"/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2320030006 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Ramayanam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Naga 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Abhijith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2320030029 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Bandarupalli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Bhavika Sree</a:t>
            </a:r>
          </a:p>
        </p:txBody>
      </p:sp>
    </p:spTree>
    <p:extLst>
      <p:ext uri="{BB962C8B-B14F-4D97-AF65-F5344CB8AC3E}">
        <p14:creationId xmlns:p14="http://schemas.microsoft.com/office/powerpoint/2010/main" val="154570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B4AB9-1279-2A0F-1B50-4FCBBA4EA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F2109-E24F-519E-AF0A-2A63A3FDE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resources are critical to economic development, environmental sustainability, and human well-being, yet increasing demand and uneven distribution have intensified global water stress. This project focuses on analyzing and comparing water consumption patterns across different countries using a structured, data-driven approach.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solutions that rely on locally stored data and provide static reports, this project utilizes a centralized cloud-based system to store and manage global water consumption data.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aim is to understand how water usage varies geographically and sector-wise, and to highlight trends related to consumption levels, per capita usage, and water scarcity.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organizing global water consumption data into a centralized database and visualizing it through interactive dashboards, the project enables efficient comparison of water usage across multiple countries over a span of years.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insights into overall water consumption, sector-wise distribution (agricultural, industrial, and household), temporal trends, and scarcity levels among countries.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enhances data accessibility, scalability, and supports meaningful comparisons that are not easily achievable through existing local analysis tools.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designed to serve as a decision-support and awareness tool for students, researchers, and policymakers by transforming raw numerical data into intuitive visual representations. Ultimately, the work demonstrates how centralized cloud-based data management and business intelligence tools can be used to perform large-scale comparative analysis and address real-world sustainability challenges related to global water consumption.</a:t>
            </a:r>
          </a:p>
        </p:txBody>
      </p:sp>
    </p:spTree>
    <p:extLst>
      <p:ext uri="{BB962C8B-B14F-4D97-AF65-F5344CB8AC3E}">
        <p14:creationId xmlns:p14="http://schemas.microsoft.com/office/powerpoint/2010/main" val="139639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11B4F-D45E-707F-5E18-A0600CDDA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and problems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E3816-ACA4-15D6-ECCF-FC4CDDCE5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water consumption analysis systems rely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data storage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Excel or standalone databases.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solutions provide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reports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limited real-time analysis and comparison capabilities.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lack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country-wise and sector-wise data visualization.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often do not support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data integration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scalability and remote access difficult.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usually analyzed in isolation, without enabling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filtering or comparative insights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344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39FA7-30E8-50D5-F673-198D0D7B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7484-BA2D-29E9-41AB-FC2C67FC6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centralized and scalable data storage.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country-wise and sector-wise analysis.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filtering and comparison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slicers for better insights.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of trends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charts and graphs.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data storage and visualization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decision-making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45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A8B19-E6ED-57AB-8BEB-49BF4763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77E779E9-4B28-C4F3-B442-BC1EEA1C2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0460" y="274321"/>
            <a:ext cx="8012430" cy="61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9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B84C7-41F7-9EEB-CB78-B67FBA6B5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pic>
        <p:nvPicPr>
          <p:cNvPr id="5" name="Content Placeholder 4" descr="Several arrows with text&#10;&#10;Description automatically generated with medium confidence">
            <a:extLst>
              <a:ext uri="{FF2B5EF4-FFF2-40B4-BE49-F238E27FC236}">
                <a16:creationId xmlns:a16="http://schemas.microsoft.com/office/drawing/2014/main" id="{3B4CE3F7-ABB8-81A4-FF1B-730AF503F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3374" y="119270"/>
            <a:ext cx="7858539" cy="65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41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A4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376CF-AC59-47E5-CA2F-38F37FD6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41D5B3-7CE9-FCC9-EF32-4538B2635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7599" y="477078"/>
            <a:ext cx="8269357" cy="593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87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411</Words>
  <Application>Microsoft Macintosh PowerPoint</Application>
  <PresentationFormat>Widescreen</PresentationFormat>
  <Paragraphs>26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Global Water Consumption</vt:lpstr>
      <vt:lpstr>Abstract</vt:lpstr>
      <vt:lpstr>Existing solutions and problems</vt:lpstr>
      <vt:lpstr>Proposed Solution</vt:lpstr>
      <vt:lpstr>Project Workflow</vt:lpstr>
      <vt:lpstr>Methodology</vt:lpstr>
      <vt:lpstr>Expected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CHALLAGULLA HANSI .</dc:creator>
  <cp:lastModifiedBy>CHALLAGULLA HANSI .</cp:lastModifiedBy>
  <cp:revision>2</cp:revision>
  <dcterms:created xsi:type="dcterms:W3CDTF">2026-02-19T07:01:53Z</dcterms:created>
  <dcterms:modified xsi:type="dcterms:W3CDTF">2026-02-19T08:16:51Z</dcterms:modified>
</cp:coreProperties>
</file>